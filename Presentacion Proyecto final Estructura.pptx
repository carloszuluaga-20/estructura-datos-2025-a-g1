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Supermolot Neue Expanded Bold" charset="1" panose="02000803000000020004"/>
      <p:regular r:id="rId18"/>
    </p:embeddedFont>
    <p:embeddedFont>
      <p:font typeface="TT Supermolot Neue Expanded" charset="1" panose="02000503020000020004"/>
      <p:regular r:id="rId19"/>
    </p:embeddedFont>
    <p:embeddedFont>
      <p:font typeface="Arial Bold" charset="1" panose="020B0802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89639" y="8469381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29682" y="2239158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6875" y="2801211"/>
            <a:ext cx="14313744" cy="5165829"/>
          </a:xfrm>
          <a:custGeom>
            <a:avLst/>
            <a:gdLst/>
            <a:ahLst/>
            <a:cxnLst/>
            <a:rect r="r" b="b" t="t" l="l"/>
            <a:pathLst>
              <a:path h="5165829" w="14313744">
                <a:moveTo>
                  <a:pt x="0" y="0"/>
                </a:moveTo>
                <a:lnTo>
                  <a:pt x="14313744" y="0"/>
                </a:lnTo>
                <a:lnTo>
                  <a:pt x="14313744" y="5165829"/>
                </a:lnTo>
                <a:lnTo>
                  <a:pt x="0" y="5165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168" t="0" r="0" b="-5872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07381" y="3262255"/>
            <a:ext cx="13673239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PROYECTO FINAL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73732" y="4926013"/>
            <a:ext cx="7140536" cy="15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CAR</a:t>
            </a:r>
            <a:r>
              <a:rPr lang="en-US" sz="29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LOS ANDRÉS ZULUAGA ACUÑA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LUIS FERNANDO PÉREZ CHALA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ROBERT ANDRÉS OSORIO PATIÑO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002461" y="1639594"/>
            <a:ext cx="6750960" cy="7365899"/>
          </a:xfrm>
          <a:custGeom>
            <a:avLst/>
            <a:gdLst/>
            <a:ahLst/>
            <a:cxnLst/>
            <a:rect r="r" b="b" t="t" l="l"/>
            <a:pathLst>
              <a:path h="7365899" w="6750960">
                <a:moveTo>
                  <a:pt x="6750960" y="0"/>
                </a:moveTo>
                <a:lnTo>
                  <a:pt x="0" y="0"/>
                </a:lnTo>
                <a:lnTo>
                  <a:pt x="0" y="7365900"/>
                </a:lnTo>
                <a:lnTo>
                  <a:pt x="6750960" y="7365900"/>
                </a:lnTo>
                <a:lnTo>
                  <a:pt x="67509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992" y="782638"/>
            <a:ext cx="11327323" cy="214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PRIMERA PARTE: CÓDIGO CON ESTRUCTURAS BÁSICAS</a:t>
            </a:r>
          </a:p>
          <a:p>
            <a:pPr algn="ctr" marL="0" indent="0" lvl="0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03837" y="4623677"/>
            <a:ext cx="7621634" cy="359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Este programa es un sistema de pedidos para un restaurante.</a:t>
            </a: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El usuario puede ver un menú con opciones como hamburguesas, pizza, ensalada o bebidas, elegir lo que quiere pedir, y escribir cuántas unidades de cada cosa quiere.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Al final, el sistema le muestra un resumen del pedido y el total a pagar. Si el total supera los $50.000, se aplica automáticamente un descuento del 10%.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3837" y="3671769"/>
            <a:ext cx="757035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NOMBRE:</a:t>
            </a:r>
            <a:r>
              <a:rPr lang="en-US" b="true" sz="21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</a:t>
            </a:r>
            <a:r>
              <a:rPr lang="en-US" sz="21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SISTEMA DE PEDIDOS PARA RESTAURANTE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98510" y="1939646"/>
            <a:ext cx="8345411" cy="759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-El programa funciona con un menú interactivo que aparece en la consola. Ahí, el usuario puede ver los platos disponibles y escoger lo que quiere pedir.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-Cada plato tiene un precio, y el usuario puede decir cuántas unidades desea.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-Esa información se guarda usando arreglos, así se lleva el control de lo que va pidiendo.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-En cualquier momento se puede ver el pedido actual, incluyendo el subtotal por producto y el total general.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-si el pedido supera los $50,000, se aplica automáticamente un descuento del 10%.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-El usuario puede seguir agregando más cosas o salir cuando quiera."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14070" y="2658847"/>
            <a:ext cx="6842351" cy="5708446"/>
          </a:xfrm>
          <a:custGeom>
            <a:avLst/>
            <a:gdLst/>
            <a:ahLst/>
            <a:cxnLst/>
            <a:rect r="r" b="b" t="t" l="l"/>
            <a:pathLst>
              <a:path h="5708446" w="6842351">
                <a:moveTo>
                  <a:pt x="0" y="0"/>
                </a:moveTo>
                <a:lnTo>
                  <a:pt x="6842351" y="0"/>
                </a:lnTo>
                <a:lnTo>
                  <a:pt x="6842351" y="5708446"/>
                </a:lnTo>
                <a:lnTo>
                  <a:pt x="0" y="57084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601" t="0" r="-11465" b="-671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340989" y="933450"/>
            <a:ext cx="11327323" cy="134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LÓGICA USADA:</a:t>
            </a:r>
          </a:p>
          <a:p>
            <a:pPr algn="ctr" marL="0" indent="0" lvl="0">
              <a:lnSpc>
                <a:spcPts val="43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51052" y="2660698"/>
            <a:ext cx="6968387" cy="5690094"/>
          </a:xfrm>
          <a:custGeom>
            <a:avLst/>
            <a:gdLst/>
            <a:ahLst/>
            <a:cxnLst/>
            <a:rect r="r" b="b" t="t" l="l"/>
            <a:pathLst>
              <a:path h="5690094" w="6968387">
                <a:moveTo>
                  <a:pt x="0" y="0"/>
                </a:moveTo>
                <a:lnTo>
                  <a:pt x="6968387" y="0"/>
                </a:lnTo>
                <a:lnTo>
                  <a:pt x="6968387" y="5690094"/>
                </a:lnTo>
                <a:lnTo>
                  <a:pt x="0" y="56900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781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2212" y="1724073"/>
            <a:ext cx="9916172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ESTRUCTURAS APLICADAS:</a:t>
            </a:r>
          </a:p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10146" y="3544119"/>
            <a:ext cx="8347904" cy="479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-Arreglos: Se usaron para guardar los nombres de los platos, sus precios y las cantidades pedidas.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-Ciclos: Se utilizó un do-while para que el menú se repita hasta que el usuario elija salir. También se usó un for para recorrer los productos y mostrar el pedido.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-Switch: se encargó de controlar el menú de opciones.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-if y else: ayudaron a validar las cantidades ingresadas y a aplicar el descuento cuando se cumplía la condición.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9645" y="993559"/>
            <a:ext cx="9195478" cy="174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5003" b="true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RETOS ENFRENTADOS:</a:t>
            </a:r>
          </a:p>
          <a:p>
            <a:pPr algn="l" marL="0" indent="0" lvl="0">
              <a:lnSpc>
                <a:spcPts val="7004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35053" y="3200107"/>
            <a:ext cx="8586189" cy="4883395"/>
          </a:xfrm>
          <a:custGeom>
            <a:avLst/>
            <a:gdLst/>
            <a:ahLst/>
            <a:cxnLst/>
            <a:rect r="r" b="b" t="t" l="l"/>
            <a:pathLst>
              <a:path h="4883395" w="8586189">
                <a:moveTo>
                  <a:pt x="0" y="0"/>
                </a:moveTo>
                <a:lnTo>
                  <a:pt x="8586190" y="0"/>
                </a:lnTo>
                <a:lnTo>
                  <a:pt x="8586190" y="4883395"/>
                </a:lnTo>
                <a:lnTo>
                  <a:pt x="0" y="4883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8589" y="2813515"/>
            <a:ext cx="7594476" cy="559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Uno de los principales desafíos fue: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-Validar bien lo que el usuario escribía: por ejemplo, que no pudiera pedir una cantidad negativa o equivocarse en una opción del menú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-Hacer que el cálculo del total funcionara correctamente y que el descuento se aplicara solo cuando debía.</a:t>
            </a:r>
          </a:p>
          <a:p>
            <a:pPr algn="just">
              <a:lnSpc>
                <a:spcPts val="3219"/>
              </a:lnSpc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-Que el menú fuera claro y fácil de entender. Si no está bien presentado, el usuario puede confundirse al elegir una opción o al leer los resultados.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85914" y="2460673"/>
            <a:ext cx="9916172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CONCLUSIÒN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94396" y="4478730"/>
            <a:ext cx="12533635" cy="260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Este proyecto nos permitió aplicar lo aprendido en programación estructurada para crear un sistema funcional y útil. Aunque no usamos clases ni objetos, pudimos organizar la lógica del programa de forma clara usando arreglos, ciclos y condicionales.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340989" y="641096"/>
            <a:ext cx="11723044" cy="247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SEGUNDA PARTE: EJERCICIO DE PROGRAMACIÓN ORIENTADA A OBJETOS (POO)</a:t>
            </a:r>
          </a:p>
          <a:p>
            <a:pPr algn="ctr" marL="0" indent="0" lvl="0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30927" y="3018268"/>
            <a:ext cx="7537996" cy="5732139"/>
          </a:xfrm>
          <a:custGeom>
            <a:avLst/>
            <a:gdLst/>
            <a:ahLst/>
            <a:cxnLst/>
            <a:rect r="r" b="b" t="t" l="l"/>
            <a:pathLst>
              <a:path h="5732139" w="7537996">
                <a:moveTo>
                  <a:pt x="0" y="0"/>
                </a:moveTo>
                <a:lnTo>
                  <a:pt x="7537996" y="0"/>
                </a:lnTo>
                <a:lnTo>
                  <a:pt x="7537996" y="5732139"/>
                </a:lnTo>
                <a:lnTo>
                  <a:pt x="0" y="57321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8510" y="4825958"/>
            <a:ext cx="7621634" cy="359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Este programa también simula un sistema de pedidos para un restaurante.</a:t>
            </a: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El usuario puede explorar las categorías, elegir productos y armar su pedido. Al final, el sistema le muestra un resumen del pedido con el total, y también aplica un descuento si supera los $50.000.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La lógica se maneja de forma más estructurada, usando objetos, métodos y encapsulamiento para hacer el código más organizado y reutilizable.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8510" y="3791726"/>
            <a:ext cx="6289596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NOMBRE:</a:t>
            </a:r>
            <a:r>
              <a:rPr lang="en-US" b="true" sz="21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</a:t>
            </a:r>
            <a:r>
              <a:rPr lang="en-US" sz="21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RESTAURANTE INTELIGENTE 2.0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95615" y="2887520"/>
            <a:ext cx="7344036" cy="4511960"/>
          </a:xfrm>
          <a:custGeom>
            <a:avLst/>
            <a:gdLst/>
            <a:ahLst/>
            <a:cxnLst/>
            <a:rect r="r" b="b" t="t" l="l"/>
            <a:pathLst>
              <a:path h="4511960" w="7344036">
                <a:moveTo>
                  <a:pt x="0" y="0"/>
                </a:moveTo>
                <a:lnTo>
                  <a:pt x="7344036" y="0"/>
                </a:lnTo>
                <a:lnTo>
                  <a:pt x="7344036" y="4511960"/>
                </a:lnTo>
                <a:lnTo>
                  <a:pt x="0" y="45119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71" t="0" r="-668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0146" y="2686002"/>
            <a:ext cx="8345411" cy="599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-Creamos tres clases principales: Producto, Categoria y RestauranteApp.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-Cada producto tiene su propio nombre, descripción y precio. Esos productos se agrupan por categorías, como Hamburguesas o Bebidas.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-El usuario puede navegar por las categorías, elegir productos y agregarlos a un carrito de compras.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-Al final, se muestra el resumen del pedido y el total a pagar, incluyendo un descuento del 10% si supera los $50,000.</a:t>
            </a:r>
          </a:p>
          <a:p>
            <a:pPr algn="just">
              <a:lnSpc>
                <a:spcPts val="3219"/>
              </a:lnSpc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-80811" y="921092"/>
            <a:ext cx="11327323" cy="134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LÓGICA USADA:</a:t>
            </a:r>
          </a:p>
          <a:p>
            <a:pPr algn="ctr" marL="0" indent="0" lvl="0">
              <a:lnSpc>
                <a:spcPts val="43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86593" y="3050651"/>
            <a:ext cx="6666829" cy="4910011"/>
          </a:xfrm>
          <a:custGeom>
            <a:avLst/>
            <a:gdLst/>
            <a:ahLst/>
            <a:cxnLst/>
            <a:rect r="r" b="b" t="t" l="l"/>
            <a:pathLst>
              <a:path h="4910011" w="6666829">
                <a:moveTo>
                  <a:pt x="0" y="0"/>
                </a:moveTo>
                <a:lnTo>
                  <a:pt x="6666828" y="0"/>
                </a:lnTo>
                <a:lnTo>
                  <a:pt x="6666828" y="4910011"/>
                </a:lnTo>
                <a:lnTo>
                  <a:pt x="0" y="4910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760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212" y="1291701"/>
            <a:ext cx="9916172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ESTRUCTURAS APLICADAS:</a:t>
            </a:r>
          </a:p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057679" y="2603548"/>
            <a:ext cx="8347904" cy="599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-Clases y Objetos (Producto, Categoria, RestauranteApp)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-Encapsulamiento (uso de private y métodos get)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-Métodos (agregarProducto, mostrarProductos, mostrarPedido, etc.)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-ArrayList (para manejar productos dinámicamente)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-Condicionales (if, else if, validaciones)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-Ciclos (for, do while)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-Switch-case (para el menú principal)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78394" y="2658847"/>
            <a:ext cx="6082622" cy="4928560"/>
          </a:xfrm>
          <a:custGeom>
            <a:avLst/>
            <a:gdLst/>
            <a:ahLst/>
            <a:cxnLst/>
            <a:rect r="r" b="b" t="t" l="l"/>
            <a:pathLst>
              <a:path h="4928560" w="6082622">
                <a:moveTo>
                  <a:pt x="0" y="0"/>
                </a:moveTo>
                <a:lnTo>
                  <a:pt x="6082622" y="0"/>
                </a:lnTo>
                <a:lnTo>
                  <a:pt x="6082622" y="4928559"/>
                </a:lnTo>
                <a:lnTo>
                  <a:pt x="0" y="4928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309" t="0" r="-1076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93559"/>
            <a:ext cx="9195478" cy="174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5003" b="true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RETOS ENFRENTADOS:</a:t>
            </a:r>
          </a:p>
          <a:p>
            <a:pPr algn="l" marL="0" indent="0" lvl="0">
              <a:lnSpc>
                <a:spcPts val="700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367111" y="2826972"/>
            <a:ext cx="6518655" cy="479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Uno de los principales desafíos fue: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-crear un menú que permitiera al usuario navegar por categorías de forma fluida sin perder la lógica del carrito.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-la lógica para aplicar descuentos y mostrar el pedido final de manera clara.</a:t>
            </a:r>
          </a:p>
          <a:p>
            <a:pPr algn="just">
              <a:lnSpc>
                <a:spcPts val="3219"/>
              </a:lnSpc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-organizar correctamente la interacción entre las clases.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49827" y="2001622"/>
            <a:ext cx="9916172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CONCLUSIÒN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0254" y="3668347"/>
            <a:ext cx="15327493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Este proyecto nos permitió aplicar los conceptos fundamentales de la Programación Orientada a Objetos, como la creación de clases, el encapsulamiento y la interacción entre objetos. Al organizar el código en diferentes clases, logramos que sea más modular, fácil de entender y mantener. Además, vimos cómo mejorar la lógica de un programa estructurado anterior, haciendo que el sistema sea más flexible y escalable para futuras mejoras.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96833" y="4041680"/>
            <a:ext cx="11894334" cy="197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89"/>
              </a:lnSpc>
              <a:spcBef>
                <a:spcPct val="0"/>
              </a:spcBef>
            </a:pPr>
            <a:r>
              <a:rPr lang="en-US" b="true" sz="11492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GRACIAS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09978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19705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28219" y="820738"/>
            <a:ext cx="143108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DAGoA_V7UxU</dc:identifier>
  <dcterms:modified xsi:type="dcterms:W3CDTF">2011-08-01T06:04:30Z</dcterms:modified>
  <cp:revision>1</cp:revision>
  <dc:title>Blue and White Gradient Bold Neon Modern Geometric Shape Programming Presentation</dc:title>
</cp:coreProperties>
</file>